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205" autoAdjust="0"/>
  </p:normalViewPr>
  <p:slideViewPr>
    <p:cSldViewPr snapToGrid="0">
      <p:cViewPr varScale="1">
        <p:scale>
          <a:sx n="109" d="100"/>
          <a:sy n="109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E26E-EBEB-45BF-2FB6-CF1EDFEE7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F4D79-BA8D-89E4-1844-491FD1A2A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CBB98-E033-6668-91FF-AA6CF708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C7C29-F313-1FC4-C332-E0EF3137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4A14D-1E06-D55E-5F4F-0614E2A4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9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DD6E-8B44-B4BA-9E5A-44E823A7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26A9-B941-2224-3E93-733A13786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A28F1-4CA0-F850-8793-4F40F063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32802-D42B-DFF3-8C1C-7FA45909C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C1947-B2F2-F086-EC46-14FC1BD5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3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C095-89BF-455E-ABA7-2AF69C00B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C8E31-A974-76C9-8B40-21749066B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32B-F956-64BE-061D-E773945D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A685C-D307-0634-E13B-ECE02807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400D0-0131-635A-CCD4-36FD9A1A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1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12AC-DBDE-E777-1D6C-640CA504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C0ED-E440-0371-3FEB-DFF173B14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1AEDE-7E94-E948-5449-F7C51ED2F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2C2B4-4D77-DB2C-B468-411D1508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1090D-4323-3F2A-A1D1-89919434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DA82D-A286-A5F6-950F-E74D9B91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3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217D-96FA-DCD7-18C6-C4853216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FE6B3-F178-C61A-F6DF-65D11BFEC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B769B-FA82-0844-11A4-EE0A67439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35586-1426-19C6-7ECC-11DA0C81D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24E0D7-8C63-A926-48AA-7D3B88D7B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4B50A9-4CE8-D7B0-463A-33BE7C69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61739-D1DD-6BC4-5477-8C70DE24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B1627A-98E3-3DD4-60E1-E8F7B79F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1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A968-82B0-3B7B-3095-DF4A7FE7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09C57C-B4A9-37C5-3387-2AC404B09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25867-BABE-5D9C-2D37-2E42B7EE1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546FB-CB82-F22B-4C0F-91443C47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2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222FE-C0FA-1A0D-3BA7-4BD397AF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14AF6-6D30-DCC5-4076-8D8C2813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9B4AB-3FD7-99A2-B4CA-D5993809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2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5803-45A5-336C-3F85-1E6F6990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3567-527C-8644-A151-987F22512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55493-A20F-4D92-46D0-0F1C0201D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3316E-1080-84A8-E9E7-F868D343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D2219-0119-552F-65E7-200B0FB1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AA14E-FB19-F08D-0E00-FE8971FA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5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2DFA3-2E9D-832E-B6D7-D40D637C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EDF4E-DA85-AFF4-9A45-10C738DAC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F87AC-D45D-B337-BE2B-B4A7F96DB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86441-30FE-8FA0-6039-9E3F744D0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66316-1596-EC28-1BF9-A2881428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92F32-22DA-78B4-2D00-29E5F24A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1ECBD-F9CC-70F9-14C2-71373C86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692F9-86A0-0D07-AAB7-E067F9BC1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19C73-FDFA-1E17-C702-834CFEB1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AE764-D5A1-068D-570E-C14C6D6E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B51FF-047D-39C1-9E81-CDF41467C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35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366044-7C2E-3611-BEB5-8D0962DDA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461B3-4F51-C399-F1FA-05C24EDC9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53C33-7274-87F5-4585-79051BD8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4E94F-60FA-AEA8-C80D-C478BA1FC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CB274-7573-857F-34CD-0D6DB2F1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DB810D-6212-83FC-4050-F16BEAAC1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86427-BB98-698E-18A5-28CFF1CBC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80B2B-44E4-2604-3750-36C16FE8D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19951-304C-42AE-8E2B-1487A35D1E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AA85E-2C4B-CF2F-9E1B-356D341E8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10715-282D-7D45-31E5-DE7B7F908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CF059-9236-4F17-943D-51F22C3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5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302ED4-2F12-7264-6441-C817D46FD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498" y="1580225"/>
            <a:ext cx="6573422" cy="3697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227334-7844-9A8A-F940-540E8CE451E1}"/>
              </a:ext>
            </a:extLst>
          </p:cNvPr>
          <p:cNvSpPr txBox="1"/>
          <p:nvPr/>
        </p:nvSpPr>
        <p:spPr>
          <a:xfrm>
            <a:off x="4332304" y="1180731"/>
            <a:ext cx="1641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MySQL </a:t>
            </a:r>
            <a:r>
              <a:rPr lang="th-TH" dirty="0"/>
              <a:t>การประเมิน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83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2CACDB8-B62C-D93A-D67B-E051C4D94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836" y="1472583"/>
            <a:ext cx="9368901" cy="52700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FB68FA-AEE3-811D-34CE-328C93A15822}"/>
              </a:ext>
            </a:extLst>
          </p:cNvPr>
          <p:cNvSpPr txBox="1"/>
          <p:nvPr/>
        </p:nvSpPr>
        <p:spPr>
          <a:xfrm>
            <a:off x="4003829" y="710214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2.3.1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18319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1008-416F-B241-D15D-3D9CD7D47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317" y="356248"/>
            <a:ext cx="10515600" cy="1325563"/>
          </a:xfrm>
        </p:spPr>
        <p:txBody>
          <a:bodyPr/>
          <a:lstStyle/>
          <a:p>
            <a:r>
              <a:rPr lang="th-TH" dirty="0"/>
              <a:t>2.3.2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353F9-BF2C-0CE4-DD10-1C949AA6D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057" t="16518"/>
          <a:stretch>
            <a:fillRect/>
          </a:stretch>
        </p:blipFill>
        <p:spPr>
          <a:xfrm>
            <a:off x="4087906" y="2043953"/>
            <a:ext cx="3325106" cy="400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1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0D67-081F-6853-E648-F5A81FB3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711" y="267471"/>
            <a:ext cx="10515600" cy="1325563"/>
          </a:xfrm>
        </p:spPr>
        <p:txBody>
          <a:bodyPr/>
          <a:lstStyle/>
          <a:p>
            <a:r>
              <a:rPr lang="th-TH" dirty="0"/>
              <a:t>2.4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18A3F-B969-C730-DAD5-6399FC137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2" y="1169893"/>
            <a:ext cx="9108141" cy="512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08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FBD9-C257-0BFB-7BD9-4CF49766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                                            2.5</a:t>
            </a:r>
            <a:br>
              <a:rPr lang="th-TH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E7244-0249-1D0E-0EC3-971E164081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29" r="39836"/>
          <a:stretch>
            <a:fillRect/>
          </a:stretch>
        </p:blipFill>
        <p:spPr>
          <a:xfrm>
            <a:off x="2558562" y="1406769"/>
            <a:ext cx="5811716" cy="451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5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61BB-9730-2FF7-5C47-90B9BD6C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                                               2.6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554B61-13AA-48B6-8357-FCB512D89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16" r="39351"/>
          <a:stretch>
            <a:fillRect/>
          </a:stretch>
        </p:blipFill>
        <p:spPr>
          <a:xfrm>
            <a:off x="2397368" y="1690688"/>
            <a:ext cx="5858609" cy="46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2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2974-F429-FC2A-D06C-69943943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2.7.1+2.7.2+2.7.3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715FE-3C2E-A605-D55D-2C26D2C2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28" t="20769" r="40938" b="6282"/>
          <a:stretch>
            <a:fillRect/>
          </a:stretch>
        </p:blipFill>
        <p:spPr>
          <a:xfrm>
            <a:off x="351691" y="1690688"/>
            <a:ext cx="4268639" cy="3608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3B731F-F4AE-D961-BB13-431A4C55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455" t="22052" r="649" b="5324"/>
          <a:stretch>
            <a:fillRect/>
          </a:stretch>
        </p:blipFill>
        <p:spPr>
          <a:xfrm>
            <a:off x="4942772" y="1936382"/>
            <a:ext cx="2997221" cy="3230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699DB-1A6F-5F08-8E78-6534C60A63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104" t="22179" r="1346" b="5324"/>
          <a:stretch>
            <a:fillRect/>
          </a:stretch>
        </p:blipFill>
        <p:spPr>
          <a:xfrm>
            <a:off x="8262435" y="1512277"/>
            <a:ext cx="3770600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48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F5B9-BAE8-12E7-8552-F06D8986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5.</a:t>
            </a:r>
            <a:r>
              <a:rPr lang="en-US" dirty="0"/>
              <a:t>admin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E0E36-9877-10BF-A2DD-AD6265337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63" t="21795" r="1010" b="-6154"/>
          <a:stretch>
            <a:fillRect/>
          </a:stretch>
        </p:blipFill>
        <p:spPr>
          <a:xfrm>
            <a:off x="712178" y="1397978"/>
            <a:ext cx="9061938" cy="578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6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959B-065A-8F2D-311C-A5F2D3E2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6.</a:t>
            </a:r>
            <a:r>
              <a:rPr lang="en-US" dirty="0"/>
              <a:t>evaluator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B68CE-AAE2-5FD5-38AD-E674FEB55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3" t="25770" r="23558"/>
          <a:stretch>
            <a:fillRect/>
          </a:stretch>
        </p:blipFill>
        <p:spPr>
          <a:xfrm>
            <a:off x="597877" y="1468315"/>
            <a:ext cx="9100038" cy="509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0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01A1-D321-9A8A-5055-F559A04C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                            7.</a:t>
            </a:r>
            <a:r>
              <a:rPr lang="en-US" dirty="0" err="1"/>
              <a:t>evaluatee</a:t>
            </a:r>
            <a:r>
              <a:rPr lang="th-TH" dirty="0"/>
              <a:t> + 8.รายงาน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A2BF4F-C47B-79E5-9797-3B287AD15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90" t="22052" r="1419" b="5323"/>
          <a:stretch>
            <a:fillRect/>
          </a:stretch>
        </p:blipFill>
        <p:spPr>
          <a:xfrm>
            <a:off x="281355" y="1734405"/>
            <a:ext cx="6030838" cy="3389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E92AF9-1856-D358-83C7-2A542E8A79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38" t="7564" r="15841" b="12436"/>
          <a:stretch>
            <a:fillRect/>
          </a:stretch>
        </p:blipFill>
        <p:spPr>
          <a:xfrm>
            <a:off x="5815237" y="1481502"/>
            <a:ext cx="5904909" cy="389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9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3E68-564E-639A-D46C-F6D5BBE7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2.8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A9BF8-7082-C374-0B75-BBA44F0C6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67" b="3718"/>
          <a:stretch>
            <a:fillRect/>
          </a:stretch>
        </p:blipFill>
        <p:spPr>
          <a:xfrm>
            <a:off x="550986" y="1521069"/>
            <a:ext cx="5841022" cy="3217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0197DD-7D84-5E57-D28A-E71243EFF8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48" t="19230" r="23413"/>
          <a:stretch>
            <a:fillRect/>
          </a:stretch>
        </p:blipFill>
        <p:spPr>
          <a:xfrm>
            <a:off x="6520374" y="1239715"/>
            <a:ext cx="512064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9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93363C-6CBE-6741-0353-1CA1A5B6C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32" y="1512277"/>
            <a:ext cx="5619233" cy="3376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A3BF2-2345-BA7A-1915-39EE232E48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31" t="19488" r="22765" b="21153"/>
          <a:stretch>
            <a:fillRect/>
          </a:stretch>
        </p:blipFill>
        <p:spPr>
          <a:xfrm>
            <a:off x="4783015" y="1380516"/>
            <a:ext cx="6644054" cy="38245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181EFE-DEC4-B6FF-D1F6-8215648C2E9C}"/>
              </a:ext>
            </a:extLst>
          </p:cNvPr>
          <p:cNvSpPr txBox="1"/>
          <p:nvPr/>
        </p:nvSpPr>
        <p:spPr>
          <a:xfrm>
            <a:off x="4870938" y="364758"/>
            <a:ext cx="797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800" dirty="0"/>
              <a:t>2.8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87053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1660-8CC4-2F09-32D7-31654A9A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2.9 ไม่มีเพราะว่าลง </a:t>
            </a:r>
            <a:r>
              <a:rPr lang="en-US" dirty="0"/>
              <a:t>Docker</a:t>
            </a:r>
            <a:r>
              <a:rPr lang="th-TH" dirty="0"/>
              <a:t> ไม่ได้ ลง </a:t>
            </a:r>
            <a:r>
              <a:rPr lang="en-US" dirty="0"/>
              <a:t>compose </a:t>
            </a:r>
            <a:r>
              <a:rPr lang="th-TH" dirty="0"/>
              <a:t>ไม่ได้</a:t>
            </a:r>
            <a:br>
              <a:rPr lang="en-US" dirty="0"/>
            </a:br>
            <a:r>
              <a:rPr lang="th-TH" dirty="0"/>
              <a:t>ลองยิง </a:t>
            </a:r>
            <a:r>
              <a:rPr lang="en-US" dirty="0"/>
              <a:t>k6 , autocannon </a:t>
            </a:r>
            <a:r>
              <a:rPr lang="th-TH"/>
              <a:t>แล้วไม่แสดงผล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74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46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2.3.2</vt:lpstr>
      <vt:lpstr>2.4</vt:lpstr>
      <vt:lpstr>                                            2.5 </vt:lpstr>
      <vt:lpstr>                                               2.6 </vt:lpstr>
      <vt:lpstr>2.7.1+2.7.2+2.7.3</vt:lpstr>
      <vt:lpstr>5.admin</vt:lpstr>
      <vt:lpstr>6.evaluator</vt:lpstr>
      <vt:lpstr>                            7.evaluatee + 8.รายงาน</vt:lpstr>
      <vt:lpstr>2.8</vt:lpstr>
      <vt:lpstr>PowerPoint Presentation</vt:lpstr>
      <vt:lpstr>2.9 ไม่มีเพราะว่าลง Docker ไม่ได้ ลง compose ไม่ได้ ลองยิง k6 , autocannon แล้วไม่แสดงผล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2</cp:revision>
  <dcterms:created xsi:type="dcterms:W3CDTF">2026-02-25T05:07:00Z</dcterms:created>
  <dcterms:modified xsi:type="dcterms:W3CDTF">2026-02-25T10:00:44Z</dcterms:modified>
</cp:coreProperties>
</file>