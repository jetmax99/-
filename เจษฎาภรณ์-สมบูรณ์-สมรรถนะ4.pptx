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17705-70D7-9040-7BF4-79C53C896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5EC182-4A27-0FC2-3C11-C55F8C9EB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C8822-7307-F9A4-6E4B-AE117F891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BA11-45C2-4F7C-8E45-6F46125FBAA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0B1CC-3D72-A5B9-AD73-F360CED4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1D05B-A539-CED2-F2AB-B160A9218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2FA3-DDD6-46F5-A7DC-B1E95A3D2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49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575F5-563D-7C4C-7DAD-1DE353F6E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2D6C9-4A3E-2112-A3C7-FF5F9BB00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1F81C-0746-9822-F53A-D65BF26B7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BA11-45C2-4F7C-8E45-6F46125FBAA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E95CD-4363-5CF0-F4BB-257AEA273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78A79-0720-ED10-1459-132154271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2FA3-DDD6-46F5-A7DC-B1E95A3D2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351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A536-FF32-E8B4-2BA1-DF9ED2F7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626B2-7EA2-ADE0-4651-64FAFFF9C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2DD4-213E-CEB5-B3C2-87FEE5282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BA11-45C2-4F7C-8E45-6F46125FBAA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ABA47-D72F-A545-DF80-AFD088A76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8EAB7-9E1A-D4EF-FCD9-CF1F3AF9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2FA3-DDD6-46F5-A7DC-B1E95A3D2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37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2432-D3AF-A593-015E-90FCE95CD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25325-4F5F-C1C9-4E49-824AC7D110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9C509-EC38-9729-042C-BE97922B5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BA19-DCE4-ABF7-14F1-3A1357821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BA11-45C2-4F7C-8E45-6F46125FBAA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B174C-6E41-522E-D544-BA3AC3DA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3ADC8-DD95-1ADC-B215-E61043CA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2FA3-DDD6-46F5-A7DC-B1E95A3D2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1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CDBC-9C09-F977-FD26-D3F8FC4E3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0D455-FEBF-40C8-96EB-C130C95A3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ED204-FEBB-289F-0E78-3BC275317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1F3CD4-7660-2C3F-D72C-1ED590178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6C8FF-CD90-7432-3783-246631DC72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B6605-74AA-9D88-2853-131D0DF3E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BA11-45C2-4F7C-8E45-6F46125FBAA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CC70E0-0EF1-384A-C0D5-5721B9F2C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BFD740-B892-4497-C53C-AE34FD0A3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2FA3-DDD6-46F5-A7DC-B1E95A3D2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778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F218-B37A-612F-CE63-F22A94DB1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99292C-6E19-5DA4-4C8B-A1EFE5885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BA11-45C2-4F7C-8E45-6F46125FBAA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038B7-8581-FF0D-C097-43963645D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010AE-FBE2-CA41-4FF4-5686C2B01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2FA3-DDD6-46F5-A7DC-B1E95A3D2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40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B4FD8E-44F7-0A63-E16A-4E24DD008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BA11-45C2-4F7C-8E45-6F46125FBAA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B3F05-CCFB-984B-F711-1A6B1DB50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79DEF-1BFA-F080-2C88-E11B99546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2FA3-DDD6-46F5-A7DC-B1E95A3D2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22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87F10-37B4-DEBD-E2B7-BBBC7B6B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D1F98-FE9C-DC03-0289-CB93E60BB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F8135-9201-51E2-C197-595C8F6F4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11365-352D-5037-059B-2CDC1B0A4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BA11-45C2-4F7C-8E45-6F46125FBAA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E4FC2-2C59-CBA4-4BB6-217AEFC20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C321E-6E5F-253B-7DB1-E361AD51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2FA3-DDD6-46F5-A7DC-B1E95A3D2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19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B009-F530-4F3A-E920-03BF6C37A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1B6FC7-A1D8-0C4D-B449-E7FD54253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1B828-7816-EC61-45B2-03E465D33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B8216-8801-9640-0DAD-36DF6533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BA11-45C2-4F7C-8E45-6F46125FBAA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7FD95-5FA2-742F-30EC-4966B2991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86454-AFD7-8B92-C921-A74895DA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2FA3-DDD6-46F5-A7DC-B1E95A3D2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2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10AB-0ED4-2266-5E83-85350A103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F6E2F-2E63-FBA2-78D1-63DB62A31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AEFF2-5ADE-ADF6-C02D-27BF94333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BA11-45C2-4F7C-8E45-6F46125FBAA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D5586-A8CA-0796-CEE5-A607E3E1D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7BA0B-703D-0D37-01C0-A9F02956B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2FA3-DDD6-46F5-A7DC-B1E95A3D2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65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32AC07-AD68-0DFE-10F3-85FB93EDD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4E7E40-0CC2-BEEF-5AF2-82181602D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A24DF-F8DC-BBEE-D55B-BB9B066FD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BA11-45C2-4F7C-8E45-6F46125FBAA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363B9-87A7-D146-7794-FB0197F7A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838-9E62-3520-1D88-A8F86A373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C2FA3-DDD6-46F5-A7DC-B1E95A3D2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5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0AB30A-B6C5-25D9-6802-44C3940C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E3227-EB37-A04D-7421-D12672FE0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85FA2-2D2C-12A4-6DFB-B10434FDF8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BA11-45C2-4F7C-8E45-6F46125FBAA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BE3D1-D440-1205-5E28-8A333F7BE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703EA-C7D8-E2BF-CF98-7FC727B1D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C2FA3-DDD6-46F5-A7DC-B1E95A3D2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9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044AF5-96B2-5166-60D9-5B73A664F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895" y="1196226"/>
            <a:ext cx="8506210" cy="55621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985C0F-F1BB-A9FF-C87A-EF78A83B6B6F}"/>
              </a:ext>
            </a:extLst>
          </p:cNvPr>
          <p:cNvSpPr txBox="1"/>
          <p:nvPr/>
        </p:nvSpPr>
        <p:spPr>
          <a:xfrm>
            <a:off x="3376943" y="362139"/>
            <a:ext cx="8146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5400" dirty="0"/>
              <a:t>2.1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339338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53776D-C734-EEF8-2F17-2AF0F0AEF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65" y="1059256"/>
            <a:ext cx="10308879" cy="57987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BA457E-EF34-1F5C-5A08-81A78719BDA4}"/>
              </a:ext>
            </a:extLst>
          </p:cNvPr>
          <p:cNvSpPr txBox="1"/>
          <p:nvPr/>
        </p:nvSpPr>
        <p:spPr>
          <a:xfrm>
            <a:off x="3195873" y="334978"/>
            <a:ext cx="5581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dirty="0"/>
              <a:t>2.1</a:t>
            </a:r>
          </a:p>
        </p:txBody>
      </p:sp>
    </p:spTree>
    <p:extLst>
      <p:ext uri="{BB962C8B-B14F-4D97-AF65-F5344CB8AC3E}">
        <p14:creationId xmlns:p14="http://schemas.microsoft.com/office/powerpoint/2010/main" val="3792613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34FDD2-35F1-AF87-E39D-10C898A09A1C}"/>
              </a:ext>
            </a:extLst>
          </p:cNvPr>
          <p:cNvSpPr txBox="1"/>
          <p:nvPr/>
        </p:nvSpPr>
        <p:spPr>
          <a:xfrm>
            <a:off x="2661719" y="434566"/>
            <a:ext cx="6046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600" dirty="0"/>
              <a:t>2.2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7B9FDA-244A-658B-63B1-60DBBC4F5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70" y="923454"/>
            <a:ext cx="10308879" cy="579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194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9D8E91-AC67-527F-61E1-0BABD4DA6791}"/>
              </a:ext>
            </a:extLst>
          </p:cNvPr>
          <p:cNvSpPr txBox="1"/>
          <p:nvPr/>
        </p:nvSpPr>
        <p:spPr>
          <a:xfrm>
            <a:off x="1321806" y="262550"/>
            <a:ext cx="1518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dirty="0"/>
              <a:t>2.2 ผู้ใช้งาน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9B253A-AC71-98E3-9860-B54E8AF38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406" t="18745" b="26470"/>
          <a:stretch>
            <a:fillRect/>
          </a:stretch>
        </p:blipFill>
        <p:spPr>
          <a:xfrm>
            <a:off x="443620" y="1013990"/>
            <a:ext cx="3612332" cy="27422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A00909-FD1A-1423-881A-F98CDFD056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703" t="19538" r="1608" b="23961"/>
          <a:stretch>
            <a:fillRect/>
          </a:stretch>
        </p:blipFill>
        <p:spPr>
          <a:xfrm>
            <a:off x="4449776" y="1013990"/>
            <a:ext cx="3345257" cy="27481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2CE354-4B60-11A4-E54E-D4193C0FE8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109" t="19406" b="28185"/>
          <a:stretch>
            <a:fillRect/>
          </a:stretch>
        </p:blipFill>
        <p:spPr>
          <a:xfrm>
            <a:off x="8188856" y="1013990"/>
            <a:ext cx="3894501" cy="280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440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330ACD-655B-6922-4A80-B410ACD4504A}"/>
              </a:ext>
            </a:extLst>
          </p:cNvPr>
          <p:cNvSpPr txBox="1"/>
          <p:nvPr/>
        </p:nvSpPr>
        <p:spPr>
          <a:xfrm>
            <a:off x="1982709" y="307818"/>
            <a:ext cx="28007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4800" dirty="0"/>
              <a:t>2.2 ผู้ดูแลระบบ</a:t>
            </a:r>
            <a:endParaRPr lang="en-US" sz="4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096231-AF83-6926-EB9E-0A59532187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961" t="19670" r="1386" b="24092"/>
          <a:stretch>
            <a:fillRect/>
          </a:stretch>
        </p:blipFill>
        <p:spPr>
          <a:xfrm>
            <a:off x="715223" y="1231271"/>
            <a:ext cx="4834552" cy="38567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98940F-9026-FEDA-BDF5-73AA1E6B29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854" t="8253" r="674" b="18797"/>
          <a:stretch>
            <a:fillRect/>
          </a:stretch>
        </p:blipFill>
        <p:spPr>
          <a:xfrm>
            <a:off x="6096000" y="1231271"/>
            <a:ext cx="5959803" cy="404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875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8B3CA4-DC81-C4DD-4DFE-6C64D008A0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019" t="19825" r="1758" b="24165"/>
          <a:stretch>
            <a:fillRect/>
          </a:stretch>
        </p:blipFill>
        <p:spPr>
          <a:xfrm>
            <a:off x="1394234" y="1819745"/>
            <a:ext cx="4327557" cy="35670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1DC978-9ABB-299B-25C1-D9A8005FB27C}"/>
              </a:ext>
            </a:extLst>
          </p:cNvPr>
          <p:cNvSpPr txBox="1"/>
          <p:nvPr/>
        </p:nvSpPr>
        <p:spPr>
          <a:xfrm>
            <a:off x="1855960" y="506994"/>
            <a:ext cx="6046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600" dirty="0"/>
              <a:t>2.3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7266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COM1-01</dc:creator>
  <cp:lastModifiedBy>COM1-01</cp:lastModifiedBy>
  <cp:revision>1</cp:revision>
  <dcterms:created xsi:type="dcterms:W3CDTF">2026-02-26T04:20:02Z</dcterms:created>
  <dcterms:modified xsi:type="dcterms:W3CDTF">2026-02-26T04:20:18Z</dcterms:modified>
</cp:coreProperties>
</file>